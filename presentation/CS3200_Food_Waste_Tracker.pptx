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Food Waste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2B788"/>
                </a:solidFill>
                <a:latin typeface="Calibri"/>
              </a:defRPr>
            </a:pPr>
            <a:r>
              <a:t>A Database-Driven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CS3200 Database Design  |  Group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2B788"/>
                </a:solidFill>
                <a:latin typeface="Calibri"/>
              </a:defRPr>
            </a:pPr>
            <a:r>
              <a:t>Xinxiang (Eunice)  •  Yanjie (Candy)  •  Xinyi  •  Jonathan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1.3 billion tons of food wasted globally every year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Average household throws out ~$1,500 worth annually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Most people can't identify what they waste most or why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Our solution: a Food Waste Tracker that lets individuals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log waste, browse history, and see analytics on patterns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Think of it like a budget tracker, but for food you throw out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6871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Eunice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5 tables, all in Third Normal Form (3NF)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FoodWasteRecords at the center — connects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User → FoodItem → WasteReason + weight + date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Categories, FoodItems, WasteReasons in separate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tables to eliminate redundancy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Foreign keys enforce referential integrity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CASCADE on updates, RESTRICT on deletes</a:t>
            </a:r>
          </a:p>
        </p:txBody>
      </p:sp>
      <p:pic>
        <p:nvPicPr>
          <p:cNvPr id="6" name="Picture 5" descr="08 ER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5944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Candy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 Demo — Logging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Select user, food item, waste reason from dropdowns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Enter weight (kg) and date, then submit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Runs INSERT into FoodWasteRecords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Parameterized queries throughout (%s placeholders)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→ prevents SQL injection attacks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Dropdowns populated by SELECT with JOINs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(FoodItems + Categories)</a:t>
            </a:r>
          </a:p>
        </p:txBody>
      </p:sp>
      <p:pic>
        <p:nvPicPr>
          <p:cNvPr id="6" name="Picture 5" descr="02_log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38912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Xinyi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 Demo — History &amp;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View full waste history: date, food, category,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reason, weight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Filter by user, category, or date range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Dynamic query builds WHERE clauses based on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active filters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JOINs across 4 tables for complete details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Edit weight or delete records inline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(UPDATE and DELETE operations)</a:t>
            </a:r>
          </a:p>
        </p:txBody>
      </p:sp>
      <p:pic>
        <p:nvPicPr>
          <p:cNvPr id="6" name="Picture 5" descr="03_history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2743200" cy="3041094"/>
          </a:xfrm>
          <a:prstGeom prst="rect">
            <a:avLst/>
          </a:prstGeom>
        </p:spPr>
      </p:pic>
      <p:pic>
        <p:nvPicPr>
          <p:cNvPr id="7" name="Picture 6" descr="04_history_fil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463040"/>
            <a:ext cx="2286000" cy="1607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Xinyi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&amp; Food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Register: enter name, email, phone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Add food items and assign to categories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Update user email from the Users page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•  Full CRUD coverage across all main tables:</a:t>
            </a:r>
          </a:p>
          <a:p>
            <a:pPr>
              <a:spcAft>
                <a:spcPts val="800"/>
              </a:spcAft>
              <a:defRPr sz="1800">
                <a:solidFill>
                  <a:srgbClr val="1B1B1B"/>
                </a:solidFill>
                <a:latin typeface="Calibri"/>
              </a:defRPr>
            </a:pPr>
            <a:r>
              <a:t>   Create, Read, Update, Delete</a:t>
            </a:r>
          </a:p>
        </p:txBody>
      </p:sp>
      <p:pic>
        <p:nvPicPr>
          <p:cNvPr id="6" name="Picture 5" descr="05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194560" cy="1543050"/>
          </a:xfrm>
          <a:prstGeom prst="rect">
            <a:avLst/>
          </a:prstGeom>
        </p:spPr>
      </p:pic>
      <p:pic>
        <p:nvPicPr>
          <p:cNvPr id="7" name="Picture 6" descr="06_add_f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63040"/>
            <a:ext cx="2194560" cy="1543050"/>
          </a:xfrm>
          <a:prstGeom prst="rect">
            <a:avLst/>
          </a:prstGeom>
        </p:spPr>
      </p:pic>
      <p:pic>
        <p:nvPicPr>
          <p:cNvPr id="8" name="Picture 7" descr="07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1463040"/>
            <a:ext cx="2194560" cy="1543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Eunice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Waste by category (pie chart)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Waste by reason (bar chart)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Total waste per user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Category breakdown table (% of total)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Monthly trend chart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Leaderboard: least to most wasteful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Average waste per user per month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All 7 analytics use GROUP BY + JOINs +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   aggregate functions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Subqueries for % calculations</a:t>
            </a:r>
          </a:p>
          <a:p>
            <a:pPr>
              <a:spcAft>
                <a:spcPts val="800"/>
              </a:spcAft>
              <a:defRPr sz="1700">
                <a:solidFill>
                  <a:srgbClr val="1B1B1B"/>
                </a:solidFill>
                <a:latin typeface="Calibri"/>
              </a:defRPr>
            </a:pPr>
            <a:r>
              <a:t>•  Derived tables for monthly averages</a:t>
            </a:r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85896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Jonathan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17 SQL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4F"/>
                </a:solidFill>
                <a:latin typeface="Calibri"/>
              </a:defRPr>
            </a:pPr>
            <a:r>
              <a:t>6 CRUD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INSERT waste records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SELECT with filters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UPDATE record weight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DELETE records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INSERT/UPDATE users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INSERT food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4F"/>
                </a:solidFill>
                <a:latin typeface="Calibri"/>
              </a:defRPr>
            </a:pPr>
            <a:r>
              <a:t>4 History &amp;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Full history with JOINs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Filter by user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Filter by category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Filter by date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6A4F"/>
                </a:solidFill>
                <a:latin typeface="Calibri"/>
              </a:defRPr>
            </a:pPr>
            <a:r>
              <a:t>7 Analytics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Waste by category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Waste by reason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Total per user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Category % (subquery)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Monthly trends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User leaderboard</a:t>
            </a:r>
          </a:p>
          <a:p>
            <a:pPr>
              <a:spcAft>
                <a:spcPts val="800"/>
              </a:spcAft>
              <a:defRPr sz="1600">
                <a:solidFill>
                  <a:srgbClr val="1B1B1B"/>
                </a:solidFill>
                <a:latin typeface="Calibri"/>
              </a:defRPr>
            </a:pPr>
            <a:r>
              <a:t>•  Avg waste/user/month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Jonathan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B788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Full-stack database app: 5 normalized tables,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17 SQL queries, complete web interface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Key findings from the data: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→  "Made too much" and "Expired" are top waste reasons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→  Prepared Food is the most wasted category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→  Big variation across users → personalized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   nudges &gt; generic advice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•  Potential extensions: portion-size suggestions,</a:t>
            </a:r>
          </a:p>
          <a:p>
            <a:pPr>
              <a:spcAft>
                <a:spcPts val="800"/>
              </a:spcAft>
              <a:defRPr sz="2000">
                <a:solidFill>
                  <a:srgbClr val="1B1B1B"/>
                </a:solidFill>
                <a:latin typeface="Calibri"/>
              </a:defRPr>
            </a:pPr>
            <a:r>
              <a:t>   expiration reminders based on user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Speaker: Candy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52B78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Group 18  •  CS3200 Database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